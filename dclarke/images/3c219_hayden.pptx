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bin" ContentType="application/vnd.openxmlformats-officedocument.presentationml.printerSettings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 showGuides="1">
      <p:cViewPr varScale="1">
        <p:scale>
          <a:sx n="106" d="100"/>
          <a:sy n="106" d="100"/>
        </p:scale>
        <p:origin x="-67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6D6B2-2468-7040-B57F-3681608D7C0B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C23D7-9349-4C4B-82BF-54D70178AD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3C219 first shows, point to where it is on the tie!!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F4844-DE12-0A48-B89C-36FF89F7DAE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7B1FD4-D5EE-A343-A52C-D92E3512AB97}" type="datetimeFigureOut">
              <a:rPr lang="en-US" smtClean="0"/>
              <a:t>11/21/11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E9236C-988D-7B4C-A17C-17384F3789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1BBF-23B9-AF47-AC19-43FF6228071B}" type="datetime4">
              <a:rPr lang="en-US" smtClean="0"/>
              <a:pPr/>
              <a:t>November 21, 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Mount Allison Physics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7A5AB-EA4D-5B47-AF1E-5EEB50A73F12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" name="Picture 11" descr="3C219_co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38"/>
            <a:ext cx="5355215" cy="6827115"/>
          </a:xfrm>
          <a:prstGeom prst="rect">
            <a:avLst/>
          </a:prstGeom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pic>
        <p:nvPicPr>
          <p:cNvPr id="7" name="Picture 6" descr="3c219.jpg"/>
          <p:cNvPicPr>
            <a:picLocks noChangeAspect="1"/>
          </p:cNvPicPr>
          <p:nvPr/>
        </p:nvPicPr>
        <p:blipFill>
          <a:blip r:embed="rId4"/>
          <a:srcRect t="15993" r="11296" b="37854"/>
          <a:stretch>
            <a:fillRect/>
          </a:stretch>
        </p:blipFill>
        <p:spPr>
          <a:xfrm rot="3268272">
            <a:off x="2516620" y="2142609"/>
            <a:ext cx="6508485" cy="25292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398223" y="6356350"/>
            <a:ext cx="288577" cy="3651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</Words>
  <Application>Microsoft Macintosh PowerPoint</Application>
  <PresentationFormat>On-screen Show (4:3)</PresentationFormat>
  <Paragraphs>5</Paragraphs>
  <Slides>1</Slides>
  <Notes>1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SMU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 Clarke</dc:creator>
  <cp:lastModifiedBy>David Clarke</cp:lastModifiedBy>
  <cp:revision>1</cp:revision>
  <dcterms:created xsi:type="dcterms:W3CDTF">2011-11-21T19:06:29Z</dcterms:created>
  <dcterms:modified xsi:type="dcterms:W3CDTF">2011-11-21T19:14:23Z</dcterms:modified>
</cp:coreProperties>
</file>